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75" r:id="rId2"/>
    <p:sldId id="276" r:id="rId3"/>
    <p:sldId id="257" r:id="rId4"/>
    <p:sldId id="265" r:id="rId5"/>
    <p:sldId id="261" r:id="rId6"/>
    <p:sldId id="266" r:id="rId7"/>
    <p:sldId id="270" r:id="rId8"/>
    <p:sldId id="267" r:id="rId9"/>
    <p:sldId id="271" r:id="rId10"/>
    <p:sldId id="272" r:id="rId11"/>
    <p:sldId id="273" r:id="rId12"/>
    <p:sldId id="274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/>
              <a:t>Báo cáo Project</a:t>
            </a:r>
            <a:endParaRPr lang="en-US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sz="2800" b="0"/>
              <a:t>HỆ THỐNG BÁO CHÁY THÔNG MINH </a:t>
            </a:r>
          </a:p>
          <a:p>
            <a:endParaRPr lang="en-US" sz="2800"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C4AAAB-F618-593F-30AA-90DDC9692E52}"/>
              </a:ext>
            </a:extLst>
          </p:cNvPr>
          <p:cNvSpPr txBox="1"/>
          <p:nvPr/>
        </p:nvSpPr>
        <p:spPr>
          <a:xfrm>
            <a:off x="569167" y="4506686"/>
            <a:ext cx="3069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Nhóm 5: </a:t>
            </a:r>
          </a:p>
          <a:p>
            <a:pPr marL="285750" indent="-285750">
              <a:buFontTx/>
              <a:buChar char="-"/>
            </a:pPr>
            <a:r>
              <a:rPr lang="vi-VN"/>
              <a:t>Bùi Mạnh Hưng</a:t>
            </a:r>
          </a:p>
          <a:p>
            <a:pPr marL="285750" indent="-285750">
              <a:buFontTx/>
              <a:buChar char="-"/>
            </a:pPr>
            <a:r>
              <a:rPr lang="vi-VN"/>
              <a:t>Phùng Công Hiếu</a:t>
            </a:r>
          </a:p>
          <a:p>
            <a:pPr marL="285750" indent="-285750">
              <a:buFontTx/>
              <a:buChar char="-"/>
            </a:pPr>
            <a:r>
              <a:rPr lang="vi-VN"/>
              <a:t>Lưu Thịnh Khang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4294967295"/>
          </p:nvPr>
        </p:nvSpPr>
        <p:spPr>
          <a:xfrm>
            <a:off x="247651" y="1406769"/>
            <a:ext cx="4324350" cy="465589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660869" y="1406769"/>
            <a:ext cx="4083844" cy="46561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BC82-5CC8-86B3-6CF8-6714E6B82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E6E8B-CA6C-55F9-B624-AB2BC25AF2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94D1-B0B9-97CB-A9B2-4F2D31319A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8968A-F2A2-8005-6E03-B78E65864C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9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60EA-6653-3AE7-7289-DD8479DAF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</TotalTime>
  <Words>34</Words>
  <Application>Microsoft Office PowerPoint</Application>
  <PresentationFormat>On-screen Show (4:3)</PresentationFormat>
  <Paragraphs>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Hieu Phung Cong</cp:lastModifiedBy>
  <cp:revision>14</cp:revision>
  <dcterms:created xsi:type="dcterms:W3CDTF">2021-05-28T04:32:29Z</dcterms:created>
  <dcterms:modified xsi:type="dcterms:W3CDTF">2025-10-24T02:28:49Z</dcterms:modified>
</cp:coreProperties>
</file>